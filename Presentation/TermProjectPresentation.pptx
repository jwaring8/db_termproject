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31"/>
  </p:normalViewPr>
  <p:slideViewPr>
    <p:cSldViewPr snapToGrid="0" snapToObjects="1">
      <p:cViewPr varScale="1">
        <p:scale>
          <a:sx n="101" d="100"/>
          <a:sy n="101" d="100"/>
        </p:scale>
        <p:origin x="4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4D56-9557-E64C-8F51-3E426AAA1B40}" type="datetimeFigureOut">
              <a:rPr lang="en-US" smtClean="0"/>
              <a:t>4/17/17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D464-E777-404C-9381-64BEC26E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86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4D56-9557-E64C-8F51-3E426AAA1B40}" type="datetimeFigureOut">
              <a:rPr lang="en-US" smtClean="0"/>
              <a:t>4/17/17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D464-E777-404C-9381-64BEC26E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679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4D56-9557-E64C-8F51-3E426AAA1B40}" type="datetimeFigureOut">
              <a:rPr lang="en-US" smtClean="0"/>
              <a:t>4/17/17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D464-E777-404C-9381-64BEC26E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141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4D56-9557-E64C-8F51-3E426AAA1B40}" type="datetimeFigureOut">
              <a:rPr lang="en-US" smtClean="0"/>
              <a:t>4/17/17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D464-E777-404C-9381-64BEC26E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415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4D56-9557-E64C-8F51-3E426AAA1B40}" type="datetimeFigureOut">
              <a:rPr lang="en-US" smtClean="0"/>
              <a:t>4/17/17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D464-E777-404C-9381-64BEC26E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18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4D56-9557-E64C-8F51-3E426AAA1B40}" type="datetimeFigureOut">
              <a:rPr lang="en-US" smtClean="0"/>
              <a:t>4/17/17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D464-E777-404C-9381-64BEC26E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42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4D56-9557-E64C-8F51-3E426AAA1B40}" type="datetimeFigureOut">
              <a:rPr lang="en-US" smtClean="0"/>
              <a:t>4/17/17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D464-E777-404C-9381-64BEC26E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2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4D56-9557-E64C-8F51-3E426AAA1B40}" type="datetimeFigureOut">
              <a:rPr lang="en-US" smtClean="0"/>
              <a:t>4/17/17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D464-E777-404C-9381-64BEC26E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74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4D56-9557-E64C-8F51-3E426AAA1B40}" type="datetimeFigureOut">
              <a:rPr lang="en-US" smtClean="0"/>
              <a:t>4/17/17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D464-E777-404C-9381-64BEC26E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902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4D56-9557-E64C-8F51-3E426AAA1B40}" type="datetimeFigureOut">
              <a:rPr lang="en-US" smtClean="0"/>
              <a:t>4/17/17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D464-E777-404C-9381-64BEC26E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10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04D56-9557-E64C-8F51-3E426AAA1B40}" type="datetimeFigureOut">
              <a:rPr lang="en-US" smtClean="0"/>
              <a:t>4/17/17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D464-E777-404C-9381-64BEC26E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869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04D56-9557-E64C-8F51-3E426AAA1B40}" type="datetimeFigureOut">
              <a:rPr lang="en-US" smtClean="0"/>
              <a:t>4/17/17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5D464-E777-404C-9381-64BEC26E2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640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StockOverFlow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Bits </a:t>
            </a:r>
            <a:r>
              <a:rPr lang="en-US" dirty="0" err="1" smtClean="0"/>
              <a:t>Plz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548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New and interesting </a:t>
            </a:r>
          </a:p>
          <a:p>
            <a:r>
              <a:rPr lang="en-US" dirty="0" smtClean="0"/>
              <a:t>Technical depth and sophistication </a:t>
            </a:r>
          </a:p>
          <a:p>
            <a:r>
              <a:rPr lang="en-US" dirty="0" smtClean="0"/>
              <a:t>Run demo </a:t>
            </a:r>
          </a:p>
          <a:p>
            <a:r>
              <a:rPr lang="en-US" dirty="0" smtClean="0"/>
              <a:t>UI/Front end quality </a:t>
            </a:r>
          </a:p>
          <a:p>
            <a:r>
              <a:rPr lang="en-US" dirty="0" smtClean="0"/>
              <a:t>Data set quality and extractions methods </a:t>
            </a:r>
          </a:p>
          <a:p>
            <a:r>
              <a:rPr lang="en-US" dirty="0" smtClean="0"/>
              <a:t>Term paper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359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and Interesting Contributions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7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Technical </a:t>
            </a:r>
            <a:r>
              <a:rPr lang="en-US" dirty="0"/>
              <a:t>D</a:t>
            </a:r>
            <a:r>
              <a:rPr lang="en-US" dirty="0" smtClean="0"/>
              <a:t>epth and Sophistication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APIs used </a:t>
            </a:r>
          </a:p>
          <a:p>
            <a:r>
              <a:rPr lang="en-US" dirty="0" smtClean="0"/>
              <a:t>How our database is configured (include screenshots) </a:t>
            </a:r>
          </a:p>
          <a:p>
            <a:r>
              <a:rPr lang="en-US" dirty="0" smtClean="0"/>
              <a:t>Problems and how we solved them 3 examples 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849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Front </a:t>
            </a:r>
            <a:r>
              <a:rPr lang="en-US" dirty="0"/>
              <a:t>E</a:t>
            </a:r>
            <a:r>
              <a:rPr lang="en-US" dirty="0" smtClean="0"/>
              <a:t>nd Quality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* all custom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742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Set Quality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04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Extraction Methods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72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4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85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069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4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039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035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127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02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61</Words>
  <Application>Microsoft Macintosh PowerPoint</Application>
  <PresentationFormat>Widescreen</PresentationFormat>
  <Paragraphs>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StockOverFlow</vt:lpstr>
      <vt:lpstr>PowerPoint Presentation</vt:lpstr>
      <vt:lpstr>New and Interesting Contributions</vt:lpstr>
      <vt:lpstr>Technical Depth and Sophistication </vt:lpstr>
      <vt:lpstr>Front End Quality </vt:lpstr>
      <vt:lpstr>Data Set Quality </vt:lpstr>
      <vt:lpstr>Extraction Methods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StockOverFlow</dc:title>
  <dc:creator>Phillip Walker Griggs</dc:creator>
  <cp:lastModifiedBy>Phillip Walker Griggs</cp:lastModifiedBy>
  <cp:revision>1</cp:revision>
  <dcterms:created xsi:type="dcterms:W3CDTF">2017-04-17T22:34:04Z</dcterms:created>
  <dcterms:modified xsi:type="dcterms:W3CDTF">2017-04-17T22:41:57Z</dcterms:modified>
</cp:coreProperties>
</file>